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Patent Concept for 51% Attack Mitigation in Blockchain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Leveraging AI, Cross-Chain Verification, and Adaptive Consensus Mechanisms</a:t>
            </a:r>
          </a:p>
          <a:p>
            <a:r>
              <a:t>Presented by: [Your Name / Company]</a:t>
            </a:r>
          </a:p>
          <a:p>
            <a: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the 51% Attack:</a:t>
            </a:r>
          </a:p>
          <a:p>
            <a:r>
              <a:t>- Definition: An attack where a single entity controls the majority of network power, allowing them to rewrite transaction history, double-spend, etc.</a:t>
            </a:r>
          </a:p>
          <a:p>
            <a:r>
              <a:t>Impact:</a:t>
            </a:r>
          </a:p>
          <a:p>
            <a:r>
              <a:t>- Compromises blockchain integrity and trust.</a:t>
            </a:r>
          </a:p>
          <a:p>
            <a:r>
              <a:t>Challenges:</a:t>
            </a:r>
          </a:p>
          <a:p>
            <a:r>
              <a:t>- High cost and complexity of detecting and preventing majority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Solutions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Consensus Mechanisms:</a:t>
            </a:r>
          </a:p>
          <a:p>
            <a:r>
              <a:t>- Proof-of-Work (PoW), Proof-of-Stake (PoS), and their vulnerabilities.</a:t>
            </a:r>
          </a:p>
          <a:p/>
          <a:p>
            <a:r>
              <a:t>Limitations:</a:t>
            </a:r>
          </a:p>
          <a:p>
            <a:r>
              <a:t>- High resource use, not fully resistant to majority attacks, centralization risks.</a:t>
            </a:r>
          </a:p>
          <a:p/>
          <a:p>
            <a:r>
              <a:t>Need for Innovation:</a:t>
            </a:r>
          </a:p>
          <a:p>
            <a:r>
              <a:t>- New methods that enhance security without adding prohibitive complexity.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- AI-Driven Consensus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Pattern Recognition:</a:t>
            </a:r>
          </a:p>
          <a:p>
            <a:r>
              <a:t>- Machine learning models detect anomalies in block transactions and structure.</a:t>
            </a:r>
          </a:p>
          <a:p/>
          <a:p>
            <a:r>
              <a:t>Benefits:</a:t>
            </a:r>
          </a:p>
          <a:p>
            <a:r>
              <a:t>- Autonomous, proactive threat detection.</a:t>
            </a:r>
          </a:p>
          <a:p>
            <a:r>
              <a:t>- Reduces reliance on pure node majority.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Multi-Tier Voting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Concept:</a:t>
            </a:r>
          </a:p>
          <a:p>
            <a:r>
              <a:t>- Involve an additional layer of non-mining/staking nodes as validators.</a:t>
            </a:r>
          </a:p>
          <a:p/>
          <a:p>
            <a:r>
              <a:t>Mechanism:</a:t>
            </a:r>
          </a:p>
          <a:p>
            <a:r>
              <a:t>- Multi-tiered system where a 51% consensus requires backup validation.</a:t>
            </a:r>
          </a:p>
          <a:p/>
          <a:p>
            <a:r>
              <a:t>Advantages:</a:t>
            </a:r>
          </a:p>
          <a:p>
            <a:r>
              <a:t>- Lowers risk of attacks by adding diversified voting authority.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Incentive-Based Security Threshold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Dynamic Rewards:</a:t>
            </a:r>
          </a:p>
          <a:p>
            <a:r>
              <a:t>- Smart contract adjusts transaction fees/rewards if 51% risk is identified.</a:t>
            </a:r>
          </a:p>
          <a:p/>
          <a:p>
            <a:r>
              <a:t>Outcome:</a:t>
            </a:r>
          </a:p>
          <a:p>
            <a:r>
              <a:t>- Discourages attacks by increasing cost, while rewarding honest actors.</a:t>
            </a:r>
          </a:p>
          <a:p/>
          <a:p>
            <a:r>
              <a:t>Example:</a:t>
            </a:r>
          </a:p>
          <a:p>
            <a:r>
              <a:t>- A 'threat multiplier' that enhances reward for smaller nodes.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Cross-Chain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Concept:</a:t>
            </a:r>
          </a:p>
          <a:p>
            <a:r>
              <a:t>- Leverage other blockchains for external verification of transactions.</a:t>
            </a:r>
          </a:p>
          <a:p/>
          <a:p>
            <a:r>
              <a:t>Execution:</a:t>
            </a:r>
          </a:p>
          <a:p>
            <a:r>
              <a:t>- When a risk is detected, flagged blocks are validated on a separate blockchain.</a:t>
            </a:r>
          </a:p>
          <a:p/>
          <a:p>
            <a:r>
              <a:t>Benefits:</a:t>
            </a:r>
          </a:p>
          <a:p>
            <a:r>
              <a:t>- Adds security through independent, third-party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Behavior-Based Staking Penalties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Behavior Analysis:</a:t>
            </a:r>
          </a:p>
          <a:p>
            <a:r>
              <a:t>- Track nodes' past behavior to assess loyalty and penalize risky nodes.</a:t>
            </a:r>
          </a:p>
          <a:p/>
          <a:p>
            <a:r>
              <a:t>Application:</a:t>
            </a:r>
          </a:p>
          <a:p>
            <a:r>
              <a:t>- Reduces voting influence of nodes with suspicious behavior patterns.</a:t>
            </a:r>
          </a:p>
          <a:p/>
          <a:p>
            <a:r>
              <a:t>Advantage:</a:t>
            </a:r>
          </a:p>
          <a:p>
            <a:r>
              <a:t>- Enhances network security by prioritizing trustworthy participants.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the Proposed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Security:</a:t>
            </a:r>
          </a:p>
          <a:p>
            <a:r>
              <a:t>- Multiple layers of defense beyond traditional majority rule.</a:t>
            </a:r>
          </a:p>
          <a:p/>
          <a:p>
            <a:r>
              <a:t>Cost-Effectiveness:</a:t>
            </a:r>
          </a:p>
          <a:p>
            <a:r>
              <a:t>- Adaptive and scalable without excessive resource demands.</a:t>
            </a:r>
          </a:p>
          <a:p/>
          <a:p>
            <a:r>
              <a:t>Future-Ready:</a:t>
            </a:r>
          </a:p>
          <a:p>
            <a:r>
              <a:t>- Designed to work in multi-chain and decentralized ecosystems.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Potential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Industries:</a:t>
            </a:r>
          </a:p>
          <a:p>
            <a:r>
              <a:t>- Financial services, supply chain, digital identity, IoT.</a:t>
            </a:r>
          </a:p>
          <a:p/>
          <a:p>
            <a:r>
              <a:t>Blockchain Networks:</a:t>
            </a:r>
          </a:p>
          <a:p>
            <a:r>
              <a:t>- Public blockchains (e.g., Bitcoin, Ethereum) and private/consortium chains.</a:t>
            </a:r>
          </a:p>
          <a:p/>
          <a:p>
            <a:r>
              <a:t>Enterprise Solutions:</a:t>
            </a:r>
          </a:p>
          <a:p>
            <a:r>
              <a:t>- Blockchain-based security modules for sensitive data and transactions.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Recap of Proposed Patent:</a:t>
            </a:r>
          </a:p>
          <a:p>
            <a:r>
              <a:t>- AI-driven consensus, multi-layer voting, incentivization, cross-chain verification, and behavior-based penalties.</a:t>
            </a:r>
          </a:p>
          <a:p/>
          <a:p>
            <a:r>
              <a:t>Next Steps:</a:t>
            </a:r>
          </a:p>
          <a:p>
            <a:r>
              <a:t>- Begin prototype development.</a:t>
            </a:r>
          </a:p>
          <a:p>
            <a:r>
              <a:t>- Conduct feasibility studies and file for patent protection.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Invite Questions:</a:t>
            </a:r>
          </a:p>
          <a:p>
            <a:r>
              <a:t>- Encourage feedback and questions on the proposed approach.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